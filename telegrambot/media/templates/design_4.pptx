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" name="Shape 1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кст заголовка"/>
          <p:cNvSpPr txBox="1"/>
          <p:nvPr>
            <p:ph type="title"/>
          </p:nvPr>
        </p:nvSpPr>
        <p:spPr>
          <a:xfrm>
            <a:off x="457200" y="272880"/>
            <a:ext cx="3007443" cy="1161361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7" name="Уровень текста 1…"/>
          <p:cNvSpPr txBox="1"/>
          <p:nvPr>
            <p:ph type="body" idx="1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8" name="PlaceHolder 3"/>
          <p:cNvSpPr/>
          <p:nvPr>
            <p:ph type="body" sz="half" idx="21"/>
          </p:nvPr>
        </p:nvSpPr>
        <p:spPr>
          <a:xfrm>
            <a:off x="457198" y="1434956"/>
            <a:ext cx="3007444" cy="469045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Текст заголовка"/>
          <p:cNvSpPr txBox="1"/>
          <p:nvPr>
            <p:ph type="title"/>
          </p:nvPr>
        </p:nvSpPr>
        <p:spPr>
          <a:xfrm>
            <a:off x="1792440" y="4800600"/>
            <a:ext cx="5485680" cy="565921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7" name="Уровень текста 1…"/>
          <p:cNvSpPr txBox="1"/>
          <p:nvPr>
            <p:ph type="body" sz="half" idx="1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</p:spPr>
        <p:txBody>
          <a:bodyPr lIns="44999" tIns="44999" rIns="44999" bIns="44999"/>
          <a:lstStyle>
            <a:lvl1pPr marL="431999" indent="-323998" defTabSz="914400">
              <a:spcBef>
                <a:spcPts val="1400"/>
              </a:spcBef>
              <a:buSzPct val="45000"/>
              <a:buFontTx/>
              <a:buChar char="●"/>
            </a:lvl1pPr>
            <a:lvl2pPr defTabSz="914400">
              <a:spcBef>
                <a:spcPts val="1400"/>
              </a:spcBef>
              <a:buFontTx/>
            </a:lvl2pPr>
            <a:lvl3pPr defTabSz="914400">
              <a:spcBef>
                <a:spcPts val="1400"/>
              </a:spcBef>
              <a:buFontTx/>
            </a:lvl3pPr>
            <a:lvl4pPr defTabSz="914400">
              <a:spcBef>
                <a:spcPts val="1400"/>
              </a:spcBef>
              <a:buFontTx/>
            </a:lvl4pPr>
            <a:lvl5pPr defTabSz="914400">
              <a:spcBef>
                <a:spcPts val="1400"/>
              </a:spcBef>
              <a:buFontTx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8" name="PlaceHolder 3"/>
          <p:cNvSpPr/>
          <p:nvPr>
            <p:ph type="body" sz="quarter" idx="21"/>
          </p:nvPr>
        </p:nvSpPr>
        <p:spPr>
          <a:xfrm>
            <a:off x="1792440" y="5367239"/>
            <a:ext cx="5485680" cy="80424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заголовка"/>
          <p:cNvSpPr txBox="1"/>
          <p:nvPr>
            <p:ph type="title"/>
          </p:nvPr>
        </p:nvSpPr>
        <p:spPr>
          <a:xfrm>
            <a:off x="685800" y="2130480"/>
            <a:ext cx="7771680" cy="1469166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5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64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/>
          <p:nvPr>
            <p:ph type="title"/>
          </p:nvPr>
        </p:nvSpPr>
        <p:spPr>
          <a:xfrm>
            <a:off x="722159" y="4406760"/>
            <a:ext cx="7771681" cy="1361526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3" name="Уровень текста 1…"/>
          <p:cNvSpPr txBox="1"/>
          <p:nvPr>
            <p:ph type="body" sz="quarter" idx="1"/>
          </p:nvPr>
        </p:nvSpPr>
        <p:spPr>
          <a:xfrm>
            <a:off x="722159" y="2906640"/>
            <a:ext cx="7771681" cy="149940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2pPr>
            <a:lvl3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3pPr>
            <a:lvl4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4pPr>
            <a:lvl5pPr>
              <a:spcBef>
                <a:spcPts val="400"/>
              </a:spcBef>
              <a:buClrTx/>
              <a:buFontTx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82" name="Уровень текста 1…"/>
          <p:cNvSpPr txBox="1"/>
          <p:nvPr>
            <p:ph type="body" sz="half" idx="1"/>
          </p:nvPr>
        </p:nvSpPr>
        <p:spPr>
          <a:xfrm>
            <a:off x="457200" y="1600200"/>
            <a:ext cx="4037761" cy="4525201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2800"/>
            </a:lvl1pPr>
            <a:lvl2pPr>
              <a:spcBef>
                <a:spcPts val="500"/>
              </a:spcBef>
              <a:defRPr sz="2800"/>
            </a:lvl2pPr>
            <a:lvl3pPr>
              <a:spcBef>
                <a:spcPts val="500"/>
              </a:spcBef>
              <a:defRPr sz="2800"/>
            </a:lvl3pPr>
            <a:lvl4pPr>
              <a:spcBef>
                <a:spcPts val="500"/>
              </a:spcBef>
              <a:defRPr sz="2800"/>
            </a:lvl4pPr>
            <a:lvl5pPr>
              <a:spcBef>
                <a:spcPts val="500"/>
              </a:spcBef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3" name="PlaceHolder 3"/>
          <p:cNvSpPr/>
          <p:nvPr>
            <p:ph type="body" sz="half" idx="21"/>
          </p:nvPr>
        </p:nvSpPr>
        <p:spPr>
          <a:xfrm>
            <a:off x="4648320" y="1600194"/>
            <a:ext cx="4037763" cy="452521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92" name="Уровень текста 1…"/>
          <p:cNvSpPr txBox="1"/>
          <p:nvPr>
            <p:ph type="body" sz="quarter" idx="1"/>
          </p:nvPr>
        </p:nvSpPr>
        <p:spPr>
          <a:xfrm>
            <a:off x="457200" y="1535040"/>
            <a:ext cx="4039562" cy="63900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b="1" sz="2400"/>
            </a:lvl1pPr>
            <a:lvl2pPr>
              <a:spcBef>
                <a:spcPts val="400"/>
              </a:spcBef>
              <a:buClrTx/>
              <a:buFontTx/>
              <a:defRPr b="1" sz="2400"/>
            </a:lvl2pPr>
            <a:lvl3pPr>
              <a:spcBef>
                <a:spcPts val="400"/>
              </a:spcBef>
              <a:buClrTx/>
              <a:buFontTx/>
              <a:defRPr b="1" sz="2400"/>
            </a:lvl3pPr>
            <a:lvl4pPr>
              <a:spcBef>
                <a:spcPts val="400"/>
              </a:spcBef>
              <a:buClrTx/>
              <a:buFontTx/>
              <a:defRPr b="1" sz="2400"/>
            </a:lvl4pPr>
            <a:lvl5pPr>
              <a:spcBef>
                <a:spcPts val="400"/>
              </a:spcBef>
              <a:buClrTx/>
              <a:buFontTx/>
              <a:defRPr b="1"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3" name="PlaceHolder 5"/>
          <p:cNvSpPr/>
          <p:nvPr>
            <p:ph type="body" sz="half" idx="21"/>
          </p:nvPr>
        </p:nvSpPr>
        <p:spPr>
          <a:xfrm>
            <a:off x="4645078" y="2174760"/>
            <a:ext cx="4041006" cy="395064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600200"/>
            <a:ext cx="8228880" cy="452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8427461" y="6414529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 defTabSz="457200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3080" marR="0" indent="-34308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Tx/>
        <a:buFont typeface="Arial"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 txBox="1"/>
          <p:nvPr>
            <p:ph type="title"/>
          </p:nvPr>
        </p:nvSpPr>
        <p:spPr>
          <a:xfrm>
            <a:off x="2159996" y="1737360"/>
            <a:ext cx="4500010" cy="962644"/>
          </a:xfrm>
          <a:prstGeom prst="rect">
            <a:avLst/>
          </a:prstGeom>
        </p:spPr>
        <p:txBody>
          <a:bodyPr/>
          <a:lstStyle>
            <a:lvl1pPr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06" name="PlaceHolder 2"/>
          <p:cNvSpPr txBox="1"/>
          <p:nvPr>
            <p:ph type="body" sz="half" idx="1"/>
          </p:nvPr>
        </p:nvSpPr>
        <p:spPr>
          <a:xfrm>
            <a:off x="4679998" y="1800000"/>
            <a:ext cx="4139644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07" name="PlaceHolder 3"/>
          <p:cNvSpPr txBox="1"/>
          <p:nvPr/>
        </p:nvSpPr>
        <p:spPr>
          <a:xfrm>
            <a:off x="439739" y="1777998"/>
            <a:ext cx="3815104" cy="3810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10" name="PlaceHolder 2"/>
          <p:cNvSpPr txBox="1"/>
          <p:nvPr>
            <p:ph type="body" sz="half" idx="1"/>
          </p:nvPr>
        </p:nvSpPr>
        <p:spPr>
          <a:xfrm>
            <a:off x="444500" y="1777998"/>
            <a:ext cx="4032950" cy="3811952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11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14" name="PlaceHolder 2"/>
          <p:cNvSpPr txBox="1"/>
          <p:nvPr>
            <p:ph type="body" sz="half" idx="1"/>
          </p:nvPr>
        </p:nvSpPr>
        <p:spPr>
          <a:xfrm>
            <a:off x="4679998" y="1800000"/>
            <a:ext cx="4139644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15" name="PlaceHolder 3"/>
          <p:cNvSpPr txBox="1"/>
          <p:nvPr/>
        </p:nvSpPr>
        <p:spPr>
          <a:xfrm>
            <a:off x="439739" y="1777999"/>
            <a:ext cx="3815104" cy="381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18" name="PlaceHolder 2"/>
          <p:cNvSpPr txBox="1"/>
          <p:nvPr>
            <p:ph type="body" sz="half" idx="1"/>
          </p:nvPr>
        </p:nvSpPr>
        <p:spPr>
          <a:xfrm>
            <a:off x="444500" y="1778000"/>
            <a:ext cx="4032950" cy="3811948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19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22" name="PlaceHolder 2"/>
          <p:cNvSpPr txBox="1"/>
          <p:nvPr>
            <p:ph type="body" sz="half" idx="1"/>
          </p:nvPr>
        </p:nvSpPr>
        <p:spPr>
          <a:xfrm>
            <a:off x="4679998" y="1800000"/>
            <a:ext cx="4139644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23" name="PlaceHolder 3"/>
          <p:cNvSpPr txBox="1"/>
          <p:nvPr/>
        </p:nvSpPr>
        <p:spPr>
          <a:xfrm>
            <a:off x="439739" y="1777999"/>
            <a:ext cx="3815104" cy="381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26" name="PlaceHolder 2"/>
          <p:cNvSpPr txBox="1"/>
          <p:nvPr>
            <p:ph type="body" sz="half" idx="1"/>
          </p:nvPr>
        </p:nvSpPr>
        <p:spPr>
          <a:xfrm>
            <a:off x="444500" y="1778000"/>
            <a:ext cx="4032950" cy="3811948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27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30" name="PlaceHolder 2"/>
          <p:cNvSpPr txBox="1"/>
          <p:nvPr>
            <p:ph type="body" sz="half" idx="1"/>
          </p:nvPr>
        </p:nvSpPr>
        <p:spPr>
          <a:xfrm>
            <a:off x="4679998" y="1800000"/>
            <a:ext cx="4139644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31" name="PlaceHolder 3"/>
          <p:cNvSpPr txBox="1"/>
          <p:nvPr/>
        </p:nvSpPr>
        <p:spPr>
          <a:xfrm>
            <a:off x="439739" y="1777999"/>
            <a:ext cx="3815104" cy="381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 txBox="1"/>
          <p:nvPr>
            <p:ph type="title"/>
          </p:nvPr>
        </p:nvSpPr>
        <p:spPr>
          <a:xfrm>
            <a:off x="762000" y="127000"/>
            <a:ext cx="8001000" cy="1270000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34" name="PlaceHolder 2"/>
          <p:cNvSpPr txBox="1"/>
          <p:nvPr>
            <p:ph type="body" sz="half" idx="1"/>
          </p:nvPr>
        </p:nvSpPr>
        <p:spPr>
          <a:xfrm>
            <a:off x="444500" y="1778000"/>
            <a:ext cx="4032950" cy="3811948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35" name="PlaceHolder 3"/>
          <p:cNvSpPr txBox="1"/>
          <p:nvPr/>
        </p:nvSpPr>
        <p:spPr>
          <a:xfrm>
            <a:off x="4889500" y="1690826"/>
            <a:ext cx="3806822" cy="3805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 txBox="1"/>
          <p:nvPr>
            <p:ph type="title"/>
          </p:nvPr>
        </p:nvSpPr>
        <p:spPr>
          <a:xfrm>
            <a:off x="762000" y="126998"/>
            <a:ext cx="7997822" cy="1270004"/>
          </a:xfrm>
          <a:prstGeom prst="rect">
            <a:avLst/>
          </a:prstGeom>
        </p:spPr>
        <p:txBody>
          <a:bodyPr/>
          <a:lstStyle>
            <a:lvl1pPr algn="l">
              <a:spcBef>
                <a:spcPts val="1100"/>
              </a:spcBef>
              <a:defRPr b="1" sz="3600">
                <a:solidFill>
                  <a:srgbClr val="141E3C"/>
                </a:solidFill>
              </a:defRPr>
            </a:lvl1pPr>
          </a:lstStyle>
          <a:p>
            <a:pPr/>
            <a:r>
              <a:t>###TITLE </a:t>
            </a:r>
          </a:p>
        </p:txBody>
      </p:sp>
      <p:sp>
        <p:nvSpPr>
          <p:cNvPr id="138" name="PlaceHolder 2"/>
          <p:cNvSpPr txBox="1"/>
          <p:nvPr>
            <p:ph type="body" sz="half" idx="1"/>
          </p:nvPr>
        </p:nvSpPr>
        <p:spPr>
          <a:xfrm>
            <a:off x="4679998" y="1800000"/>
            <a:ext cx="4139644" cy="3795849"/>
          </a:xfrm>
          <a:prstGeom prst="rect">
            <a:avLst/>
          </a:prstGeom>
        </p:spPr>
        <p:txBody>
          <a:bodyPr/>
          <a:lstStyle>
            <a:lvl1pPr algn="just">
              <a:spcBef>
                <a:spcPts val="1100"/>
              </a:spcBef>
              <a:buChar char="•"/>
            </a:lvl1pPr>
          </a:lstStyle>
          <a:p>
            <a:pPr/>
            <a:r>
              <a:t>###TEXT </a:t>
            </a:r>
          </a:p>
        </p:txBody>
      </p:sp>
      <p:sp>
        <p:nvSpPr>
          <p:cNvPr id="139" name="PlaceHolder 3"/>
          <p:cNvSpPr txBox="1"/>
          <p:nvPr/>
        </p:nvSpPr>
        <p:spPr>
          <a:xfrm>
            <a:off x="439739" y="1777999"/>
            <a:ext cx="3815104" cy="3810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marL="431999" indent="-323998" defTabSz="457200">
              <a:spcBef>
                <a:spcPts val="1100"/>
              </a:spcBef>
              <a:buClr>
                <a:srgbClr val="000000"/>
              </a:buClr>
              <a:buSzPct val="45000"/>
              <a:buChar char="●"/>
              <a:defRPr sz="1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###IMAGE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