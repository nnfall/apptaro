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600" b="1">
                <a:solidFill>
                  <a:srgbClr val="141414"/>
                </a:solidFill>
                <a:latin typeface="Verdana"/>
              </a:rPr>
              <a:t>Заголовок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