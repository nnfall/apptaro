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7DC43B-9605-4EB0-B9FF-572764130A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F4D0AB-01C6-4B59-B982-AAF07FF147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D270CA-95A8-43FC-A13C-1EF0675EC3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3D0EC9-D08E-49B7-9654-3854079FC7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F023A8-306A-4CEE-AB7F-20318A8A0B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16B78F-0B01-4EB3-A103-82E3D2BD96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272E33-B246-4D80-A645-C46497523C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F55999-D6CD-4C8E-A625-ECB517C3FC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51E707-256B-4727-9B08-214CA40F80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B37C4EC-23A5-42CD-96EB-305C89A520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D64404F-F043-4362-A02F-726C4B7C0E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7954D7-543E-466A-961B-0CCD9E69CB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160000" y="1737360"/>
            <a:ext cx="449928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libri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680000" y="117360"/>
            <a:ext cx="413892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Arial"/>
              </a:rPr>
              <a:t>###TITLE</a:t>
            </a: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680000" y="1800000"/>
            <a:ext cx="4138920" cy="46792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Reem Kufi"/>
              </a:rPr>
              <a:t>###TEXT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Reem Kuf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60000" y="297360"/>
            <a:ext cx="449928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Verdana"/>
              </a:rPr>
              <a:t>###TITLE</a:t>
            </a: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60000" y="1600200"/>
            <a:ext cx="4042080" cy="4879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numCol="1" spcCol="0" lIns="91440" rIns="91440" tIns="45720" bIns="45720" anchor="ctr">
            <a:noAutofit/>
          </a:bodyPr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Georgia"/>
              </a:rPr>
              <a:t>###TEXT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86000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680000" y="117360"/>
            <a:ext cx="413892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680000" y="1800000"/>
            <a:ext cx="4138920" cy="46792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###TEXT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60000" y="297360"/>
            <a:ext cx="449928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60000" y="1600200"/>
            <a:ext cx="4042080" cy="4879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numCol="1" spcCol="0" lIns="91440" rIns="91440" tIns="45720" bIns="45720" anchor="ctr">
            <a:noAutofit/>
          </a:bodyPr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###TEXT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86000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680000" y="117360"/>
            <a:ext cx="413892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680000" y="1800000"/>
            <a:ext cx="4138920" cy="46792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###TEXT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60000" y="297360"/>
            <a:ext cx="449928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60000" y="1600200"/>
            <a:ext cx="4042080" cy="4879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numCol="1" spcCol="0" lIns="91440" rIns="91440" tIns="45720" bIns="45720" anchor="ctr">
            <a:noAutofit/>
          </a:bodyPr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###TEXT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86000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680000" y="117360"/>
            <a:ext cx="413892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680000" y="1800000"/>
            <a:ext cx="4138920" cy="46792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###TEXT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000" y="297360"/>
            <a:ext cx="449928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60000" y="1600200"/>
            <a:ext cx="4042080" cy="4879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numCol="1" spcCol="0" lIns="91440" rIns="91440" tIns="45720" bIns="45720" anchor="ctr">
            <a:noAutofit/>
          </a:bodyPr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###TEXT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486000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680000" y="117360"/>
            <a:ext cx="413892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141e3c"/>
                </a:solidFill>
                <a:effectLst/>
                <a:uFillTx/>
                <a:latin typeface="Cambria"/>
              </a:rPr>
              <a:t>###TITLE 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680000" y="1800000"/>
            <a:ext cx="4138920" cy="46792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###TEXT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0" y="0"/>
            <a:ext cx="4282920" cy="68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###IMAGE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2026-02-28T16:55:43Z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